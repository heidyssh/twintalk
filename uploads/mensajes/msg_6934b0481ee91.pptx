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2B730-7FD7-6B77-4B61-E569CDED2043}" v="4" dt="2025-12-06T01:21:57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providerId="Windows Live" clId="Web-{8AF2B730-7FD7-6B77-4B61-E569CDED2043}"/>
    <pc:docChg chg="modSld">
      <pc:chgData name="Usuario invitado" userId="" providerId="Windows Live" clId="Web-{8AF2B730-7FD7-6B77-4B61-E569CDED2043}" dt="2025-12-06T01:21:57.119" v="3" actId="20577"/>
      <pc:docMkLst>
        <pc:docMk/>
      </pc:docMkLst>
      <pc:sldChg chg="modSp">
        <pc:chgData name="Usuario invitado" userId="" providerId="Windows Live" clId="Web-{8AF2B730-7FD7-6B77-4B61-E569CDED2043}" dt="2025-12-06T01:21:57.119" v="3" actId="20577"/>
        <pc:sldMkLst>
          <pc:docMk/>
          <pc:sldMk cId="4229129166" sldId="256"/>
        </pc:sldMkLst>
        <pc:spChg chg="mod">
          <ac:chgData name="Usuario invitado" userId="" providerId="Windows Live" clId="Web-{8AF2B730-7FD7-6B77-4B61-E569CDED2043}" dt="2025-12-06T01:21:57.119" v="3" actId="20577"/>
          <ac:spMkLst>
            <pc:docMk/>
            <pc:sldMk cId="4229129166" sldId="256"/>
            <ac:spMk id="3" creationId="{DCA47CA5-5D4C-5A09-5D26-63277D95B6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83AC-C038-95C5-71F1-3F600A2C2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C86638-E365-AD02-206B-8333E0399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0F7A9-3CD5-D724-DBDC-32A19012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5B86A-3004-958F-54FC-7D8BFBE3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4035B6-1F38-1BD1-BBE5-11F3314B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970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3A634-C1E1-78DF-791F-D03E0095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1C4143-22CA-EA66-E417-145890D83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433DED-AE89-23DE-AE9C-5F8EE9A5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7254EC-BBCB-6FB5-AB5F-BE4A514CF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AA4F2-E697-5258-C552-05ED97BF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4238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99BBF-0E1B-3E22-1826-76261EE3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3CF79E-EBF9-BB5A-7C64-A09924356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A6CEF-9A1D-B9A4-D753-7F248091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87BCDE-1143-D1F6-2580-5532E3CC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DFC05E-48AA-A1B9-2336-A6458F8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0766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53BFB-B027-5FD9-BC75-B50E3BCB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8DDA8-B4EF-F242-FBB1-EB521672F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67F314-8328-5DD2-994B-9BCC7CAD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895925-640B-C57E-E30E-ECF4D880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5BE6A-708D-8EC6-B449-62805085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DE6E60-CAE3-B095-D685-D5007470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85776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60FB2-3CFC-E30D-DE68-08D3770D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1EF167-7CC3-23AF-0124-D3C516EF4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1D826F-4C9B-F77D-5D35-3C629D0A8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98B763-30B2-FA52-B84B-16E433598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9B4554-AA46-0718-FC29-938CA30BA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26907F-D340-7937-7FDC-8A6FFA1C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F6F04C-8886-AFBC-3A5F-29D42396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A7935A-86BC-5702-A8A6-006BF9B0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902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3AE5B-6BE1-2D7A-964C-EA4B580B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FBB3AB-A7C1-08E1-86B1-947292F7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AB06CB-33D5-FC4E-CAA4-8C19ED25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FBC122-CFFF-7AE7-7134-028DCDB3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8073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FE1B1E-2C1D-9A4C-5BEB-7C67B221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1C6BF2-1EF9-BCFA-69BE-6134EBA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26E4E-7FDC-F537-0273-841AB90C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8287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DEEC0-2BBE-503B-AD7B-1B47A517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4138F0-113F-3A44-9711-8D0F48F64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EAA4A9-3B6B-A3F2-06B3-30AA7401F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03115A-C153-AD48-EB8B-63B3F194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D7943A-23F5-E1FB-7BD0-1AE7EAE3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B7B3A9-1EDB-5CB5-A7A8-A5D9B7B1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0748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B312C-0400-EA7C-82B5-18D0F5E9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A24BE8-8435-34D5-93EA-6F8584EEF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8BD9A-29AB-73CB-7900-E72FCEE0C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014D83-EE7C-3686-5D6F-41041472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C3222C-2A1D-DAE6-BCC9-FD761740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6756D2-AD62-0644-B0AE-64E63925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1974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4F346-7516-D7E4-5F66-FF4BB997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0DF2D1-7035-92E9-5988-5B40FEF3F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A1B64-7D10-38F9-304D-37D4A9E0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4C7396-266E-5C72-6CEA-726C755A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FB270C-C6C5-679A-0C87-AD197A9D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568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637404-76CD-5EDF-4881-F91D6E446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8DADB4-C139-0D1F-C97E-9DFFE440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A9C8F4-CEEB-30B7-9493-FBC18DB3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00905-AF3E-E184-BC65-163C91AC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70CCA2-F026-4D91-7113-5CC2019F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6750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B2C9C7-FA0A-9C19-717A-A38B8FF1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40F6A9-8ECD-4A58-D0A6-5A70E067F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A444F-EC1D-9174-8DE8-C652A1585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46F5C-EC7F-4E7E-B07C-9607D8FEBB4B}" type="datetimeFigureOut">
              <a:rPr lang="es-HN" smtClean="0"/>
              <a:t>5/12/2025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FC26D-3D1E-4B7B-2769-353EE64AE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87B91F-FC45-59C5-7EE2-7CF0C372D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7DDC6-C9E2-449D-9965-DFD938F841DB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89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88E21-AFB2-1B2B-5D34-DA8B2A5290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A47CA5-5D4C-5A09-5D26-63277D95B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291291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Leisy Tathum</dc:creator>
  <cp:revision>1</cp:revision>
  <dcterms:created xsi:type="dcterms:W3CDTF">2025-12-06T01:18:15Z</dcterms:created>
  <dcterms:modified xsi:type="dcterms:W3CDTF">2025-12-06T01:22:29Z</dcterms:modified>
</cp:coreProperties>
</file>